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12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73152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18872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73152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27432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201168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46888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201168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329184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329184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3749040"/>
            <a:ext cx="164592" cy="164592"/>
          </a:xfrm>
          <a:prstGeom prst="ellipse">
            <a:avLst/>
          </a:prstGeom>
          <a:solidFill>
            <a:srgbClr val="0E8A8A">
              <a:alpha val="40000"/>
            </a:srgbClr>
          </a:solidFill>
          <a:ln w="12700">
            <a:solidFill>
              <a:srgbClr val="0E8A8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Mindanao — Tagum Branch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0515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Morse Code Translator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Assistive &amp; Educational Desktop Application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2670048"/>
            <a:ext cx="4114800" cy="36576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6 — Algorithms and Complexity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 JB A. Mundiz   |   Ramil Alexander Gabriel M. Mabanag   |   Alexie Bryce C. San Jose   |   John Mark Sato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Benjamin Mahinay  •  May 22,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communication breaks down when individuals cannot use speech, typing, or standard digital input methods — due to physical disability, speech impairment, or deafblindness.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Morse Code?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code reduces any message to just two signals — dots and dashes — capable of representing the entire alphabet and numeral system. It is practical for users relying on switches, taps, or simplified input devices.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005840"/>
            <a:ext cx="36576" cy="1920240"/>
          </a:xfrm>
          <a:prstGeom prst="rect">
            <a:avLst/>
          </a:prstGeom>
          <a:solidFill>
            <a:srgbClr val="A8D8D8"/>
          </a:solidFill>
          <a:ln w="12700">
            <a:solidFill>
              <a:srgbClr val="A8D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1A2B4A">
              <a:alpha val="92000"/>
            </a:srgbClr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Support: </a:t>
            </a:r>
            <a:r>
              <a:rPr lang="en-US" sz="12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(2003) confirmed Morse code as a practical AAC method for switch/tap users. Hsieh &amp; Luo (1999) showed structured training improves speed and stability for users with motor impairments like cerebral palsy.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Yang, 2003; Hsieh &amp; Luo, 1999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Problem — Practical Scenarios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15544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69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Assistive Communication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cannot speak use Morse code taps or switches as an alternative to conventional keyboards.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15544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69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&amp; Education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43560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learning Morse code benefit from real-time encoding and visual/audio feedback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73152" cy="15544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852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Signals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21868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SOS and other emergency signals quickly in crisis or field conditions.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73152" cy="15544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852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Low-Signal Environments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21868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or high-vibration settings where conventional signals are unreliable (Jiang et al., 2021).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contexts establish a clear need for a tool that can encode, decode, and support learning through visual and audio feedback.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Project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Morse Code Translator is a desktop application providing a straightforward interface for translating between plain text and Morse code, with features designed for both communication and learning.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011680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47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Text-to-Morse Encoding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2011680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1947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Morse-to-Text Decoding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670048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Telegraph-Style Input Mode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2532888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2670048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Audio Playback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28416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264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WAV Audio Decoding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3191256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3328416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3264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History Log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849624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986784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9227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Morse Tree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3849624"/>
            <a:ext cx="3931920" cy="502920"/>
          </a:xfrm>
          <a:prstGeom prst="rect">
            <a:avLst/>
          </a:prstGeom>
          <a:solidFill>
            <a:srgbClr val="1A2B4A">
              <a:alpha val="94000"/>
            </a:srgbClr>
          </a:solidFill>
          <a:ln w="9525">
            <a:solidFill>
              <a:srgbClr val="0E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3986784"/>
            <a:ext cx="219456" cy="219456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9227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Audio Feedback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Project — Core Algorithm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Tree Traversal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Morse code system is represented as a decision tree. Each dot leads to one branch, each dash to the other. To decode a symbol, the app reads left-to-right and follows the path until it reaches the matching character.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dot → dash = letter 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algorithm mirrors the natural structure of Morse code, making it ideal for both encoding and tree visualization.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6576" cy="3566160"/>
          </a:xfrm>
          <a:prstGeom prst="rect">
            <a:avLst/>
          </a:prstGeom>
          <a:solidFill>
            <a:srgbClr val="A8D8D8"/>
          </a:solidFill>
          <a:ln w="12700">
            <a:solidFill>
              <a:srgbClr val="A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5852160" y="1234440"/>
            <a:ext cx="713232" cy="502920"/>
          </a:xfrm>
          <a:prstGeom prst="line">
            <a:avLst/>
          </a:prstGeom>
          <a:noFill/>
          <a:ln w="15240">
            <a:solidFill>
              <a:srgbClr val="A0C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234440"/>
            <a:ext cx="914400" cy="457200"/>
          </a:xfrm>
          <a:prstGeom prst="line">
            <a:avLst/>
          </a:prstGeom>
          <a:noFill/>
          <a:ln w="15240">
            <a:solidFill>
              <a:srgbClr val="A0C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5276088" y="1965960"/>
            <a:ext cx="283464" cy="548640"/>
          </a:xfrm>
          <a:prstGeom prst="line">
            <a:avLst/>
          </a:prstGeom>
          <a:noFill/>
          <a:ln w="15240">
            <a:solidFill>
              <a:srgbClr val="A0C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9552" y="1965960"/>
            <a:ext cx="585216" cy="502920"/>
          </a:xfrm>
          <a:prstGeom prst="line">
            <a:avLst/>
          </a:prstGeom>
          <a:noFill/>
          <a:ln w="15240">
            <a:solidFill>
              <a:srgbClr val="A0C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7141464" y="1965960"/>
            <a:ext cx="246888" cy="502920"/>
          </a:xfrm>
          <a:prstGeom prst="line">
            <a:avLst/>
          </a:prstGeom>
          <a:noFill/>
          <a:ln w="15240">
            <a:solidFill>
              <a:srgbClr val="A0C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8352" y="1965960"/>
            <a:ext cx="731520" cy="502920"/>
          </a:xfrm>
          <a:prstGeom prst="line">
            <a:avLst/>
          </a:prstGeom>
          <a:noFill/>
          <a:ln w="15240">
            <a:solidFill>
              <a:srgbClr val="A0C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2140" y="1288381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27164" y="12617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2128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20116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68312" y="20299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4681" y="19385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960120"/>
            <a:ext cx="640080" cy="32004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960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85232" y="1691640"/>
            <a:ext cx="640080" cy="3200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607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691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(.)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14032" y="1691640"/>
            <a:ext cx="640080" cy="3200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607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1691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(—)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2468880"/>
            <a:ext cx="640080" cy="3200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607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(..)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33872" y="2468880"/>
            <a:ext cx="640080" cy="32004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(.-)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48272" y="2468880"/>
            <a:ext cx="640080" cy="3200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607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(-.) 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45552" y="2468880"/>
            <a:ext cx="640080" cy="3200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607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(--)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017520"/>
            <a:ext cx="4114800" cy="594360"/>
          </a:xfrm>
          <a:prstGeom prst="rect">
            <a:avLst/>
          </a:prstGeom>
          <a:solidFill>
            <a:srgbClr val="0E8A8A">
              <a:alpha val="20000"/>
            </a:srgbClr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· — (dot, dash) → follows left then right → 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A2B4A">
              <a:alpha val="92000"/>
            </a:srgbClr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Results: </a:t>
            </a:r>
            <a:r>
              <a:rPr lang="en-US" sz="12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translated standard letters and numbers, handled word gaps, substituted unrecognized symbols with '?', and successfully decoded SOS.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and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Scope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alphabet (A–Z) and numerals (0–9)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Text-to-Morse encoding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Morse-to-text decoding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Telegraph-style input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audio playback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WAV audio decoding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history feature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tree visualization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6576" cy="3931920"/>
          </a:xfrm>
          <a:prstGeom prst="rect">
            <a:avLst/>
          </a:prstGeom>
          <a:solidFill>
            <a:srgbClr val="A8D8D8"/>
          </a:solidFill>
          <a:ln w="12700">
            <a:solidFill>
              <a:srgbClr val="A8D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60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1389888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fully support punctuation or non-English characters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audio decoder requires clean recordings — unreliable with background noise or irregular timing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certified medical, emergency, or professional AAC device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substitute for specialized AAC systems or clinically validated accessibility tools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purpose: Educational and assistive demonstration tool for understanding and using Morse code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400" dirty="0">
                <a:solidFill>
                  <a:srgbClr val="0E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 ·   — — —   · · 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Code Translator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999232"/>
            <a:ext cx="4572000" cy="36576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 Mundiz  |  Ramil Mabanag  |  Alexie San Jose  |  John Mark Sato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Computer Science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Mindanao — Tagum Branch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0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Yang (2003) • Hsieh &amp; Luo (1999) • Jiang et al. (2021)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645</Words>
  <Application>Microsoft Office PowerPoint</Application>
  <PresentationFormat>On-screen Show (16:9)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Morse Code Translator</dc:title>
  <dc:subject>PptxGenJS Presentation</dc:subject>
  <dc:creator>PptxGenJS</dc:creator>
  <cp:lastModifiedBy>Bibang Tae</cp:lastModifiedBy>
  <cp:revision>3</cp:revision>
  <dcterms:created xsi:type="dcterms:W3CDTF">2026-05-21T14:37:27Z</dcterms:created>
  <dcterms:modified xsi:type="dcterms:W3CDTF">2026-05-23T21:10:37Z</dcterms:modified>
</cp:coreProperties>
</file>